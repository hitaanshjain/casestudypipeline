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Functions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 To Output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87168"/>
            <a:ext cx="76809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function assigns each input exactly one output.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Functions describe how one quantity depends on another.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allowed input must produce one well-defined output.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Does each input have exactly one output?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76094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x-value must point to one y-value.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903525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 1 maps to 4, input 2 maps to 7.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3530956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Input 3 maps to both 5 and 8.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4158386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One input has two outputs.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4785817"/>
            <a:ext cx="7589520" cy="4910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1E4F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This relation is not a function.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One input cannot produce two different outputs.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2026-07-24T20:47:58Z</dcterms:created>
  <dcterms:modified xsi:type="dcterms:W3CDTF">2026-07-24T20:47:58Z</dcterms:modified>
</cp:coreProperties>
</file>