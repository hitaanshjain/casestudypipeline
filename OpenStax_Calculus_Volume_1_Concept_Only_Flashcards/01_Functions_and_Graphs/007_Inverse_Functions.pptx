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Inverse Functions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Undoing Outputs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4356" y="2468880"/>
            <a:ext cx="5935287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f⁻¹ = inverse function; x = original input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 inverse reverses the action of a one-to-one function.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Inputs and outputs swap roles.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the inverse of f(x)=2x−5.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6649" y="2276094"/>
            <a:ext cx="2570701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6649" y="2903525"/>
            <a:ext cx="2570701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6649" y="3530956"/>
            <a:ext cx="2570701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8014" y="4158386"/>
            <a:ext cx="1107971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27706" y="4785817"/>
            <a:ext cx="1888588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Swap x and y, then solve for y.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Inverse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