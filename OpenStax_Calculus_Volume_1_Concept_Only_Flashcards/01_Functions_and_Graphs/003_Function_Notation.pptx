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Function Notation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Naming Outputs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2943" y="2468880"/>
            <a:ext cx="4158114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= input; f(x) = output from f at 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Function notation names the output for a chosen input.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Changing the input changes the value being evaluated.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f(3) when f(x)=2x²−1.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88180" y="2276094"/>
            <a:ext cx="2767639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3102" y="2903525"/>
            <a:ext cx="3057795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4871" y="3530956"/>
            <a:ext cx="2274257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91807" y="4158386"/>
            <a:ext cx="2560385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9028" y="4785817"/>
            <a:ext cx="2325945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Replace the input everywhere the variable appears.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Notation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