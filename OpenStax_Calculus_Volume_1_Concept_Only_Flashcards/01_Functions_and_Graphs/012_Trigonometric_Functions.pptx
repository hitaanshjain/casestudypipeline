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Trigonometric Functions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Circular Ratios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93669" y="2468880"/>
            <a:ext cx="5956663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941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θ = angle; (x,y) = point on circle; r = radius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Trigonometric functions connect angles to circular ratios.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On the unit circle, sine is y and cosine is x.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Find sin θ and cos θ at point (0,1) on the unit circle.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36808" y="2392070"/>
            <a:ext cx="4870383" cy="5029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8934" y="3147365"/>
            <a:ext cx="1586132" cy="50292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53143" y="3902659"/>
            <a:ext cx="1637714" cy="50292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46773" y="4657954"/>
            <a:ext cx="5650454" cy="5029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Unit-circle coordinates give cosine and sine.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Trigonometric Functions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