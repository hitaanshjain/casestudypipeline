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Linear Functions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Constant Change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154" y="2468880"/>
            <a:ext cx="7045693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 = slope; b = y-intercept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Linear functions change by a constant rate.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Their graphs are straight lines.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Write the line with slope 3 and intercept −2.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0736" y="2392070"/>
            <a:ext cx="4082527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7362" y="3147365"/>
            <a:ext cx="3229276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9728" y="3902659"/>
            <a:ext cx="3864543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51484" y="4657954"/>
            <a:ext cx="3441032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Slope gives constant change per input.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