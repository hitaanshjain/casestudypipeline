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Power Functions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Powers Of x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5427" y="2468880"/>
            <a:ext cx="5313145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k = constant coefficient; p = power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Power functions multiply a constant by a fixed power.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exponent controls shape and long-run behavior.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Identify the coefficient and power in f(x)=−4x³.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3184" y="2276094"/>
            <a:ext cx="2377633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2730" y="2903525"/>
            <a:ext cx="2558539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9934" y="3530956"/>
            <a:ext cx="196413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2104" y="4158386"/>
            <a:ext cx="1299793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6919" y="4785817"/>
            <a:ext cx="5950162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exponent is the structural feature.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