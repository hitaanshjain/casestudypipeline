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Domain And Range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Allowed Values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87168"/>
            <a:ext cx="7680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Domain = allowed inputs; range = possible outputs.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Domain controls where a function is defined.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Range describes what outputs the function can actually produce.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domain and range of f(x)=√(x−2).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9021" y="2276094"/>
            <a:ext cx="2625958" cy="49103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8947" y="2903525"/>
            <a:ext cx="2586106" cy="491033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9083" y="3530956"/>
            <a:ext cx="1505834" cy="49103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49639" y="4158386"/>
            <a:ext cx="2244721" cy="491033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51068" y="4785817"/>
            <a:ext cx="6641865" cy="49103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Radicals require nonnegative radicands.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Domain And Range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2026-07-24T20:47:58Z</dcterms:created>
  <dcterms:modified xsi:type="dcterms:W3CDTF">2026-07-24T20:47:58Z</dcterms:modified>
</cp:coreProperties>
</file>