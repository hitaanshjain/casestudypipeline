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Average Rate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Change Per Input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83334" y="2468880"/>
            <a:ext cx="2577332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a, b = input values; f(a), f(b) = corresponding outputs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Average rate measures output change per input change.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It is the slope of the secant line between two points.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average rate for f(x)=x² from x=1 to x=4.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6217" y="2392070"/>
            <a:ext cx="4711566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6746" y="3147365"/>
            <a:ext cx="2210509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2511" y="3902659"/>
            <a:ext cx="618978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14335" y="4657954"/>
            <a:ext cx="1315329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Average rate is secant-line slope.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Average Rate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