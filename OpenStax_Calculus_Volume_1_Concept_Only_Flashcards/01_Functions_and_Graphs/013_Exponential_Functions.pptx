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Exponential Functions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Repeated Growth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2666707"/>
            <a:ext cx="7680960" cy="7016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b = base; x = exponent input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Exponential functions have the variable in the exponent.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Equal input increases multiply outputs by a fixed factor.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Evaluate f(3) when f(x)=2ˣ.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99986" y="2392070"/>
            <a:ext cx="2144027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9030" y="3147365"/>
            <a:ext cx="1805940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88970" y="3902659"/>
            <a:ext cx="2766060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26456" y="4657954"/>
            <a:ext cx="2091088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Exponential change is multiplicative.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Exponential Functions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