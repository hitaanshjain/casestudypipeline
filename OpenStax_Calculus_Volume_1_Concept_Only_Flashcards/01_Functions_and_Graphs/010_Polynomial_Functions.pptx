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Polynomial Functions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Added Powers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717236"/>
            <a:ext cx="7680960" cy="600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aᵢ = coefficients; n = degree; aₙ ≠ 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Polynomials add finite powers with constant coefficients.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Degree controls the highest-power term.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the degree of p(x)=5x⁴−2x²+7.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0320" y="2392070"/>
            <a:ext cx="402336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47365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highest power is 4.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8670" y="3902659"/>
            <a:ext cx="2486660" cy="50292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5292" y="4657954"/>
            <a:ext cx="2673417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Degree comes from the highest nonzero power.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Polynomial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