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Composition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Functions Inside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575283"/>
            <a:ext cx="7680960" cy="8844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g(x) = inner output; f(g(x)) = f applied after 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Composition uses one function output as another function input.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 inner function is evaluated first.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(f∘g)(2) for f(x)=x²+1, g(x)=3x.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05073" y="2276094"/>
            <a:ext cx="3333854" cy="491033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8650" y="2903525"/>
            <a:ext cx="4186701" cy="491033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61295" y="3530956"/>
            <a:ext cx="1421411" cy="49103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54544" y="4158386"/>
            <a:ext cx="1834912" cy="491033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788776" y="4785817"/>
            <a:ext cx="3566449" cy="49103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Evaluate the inside function first.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Composition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