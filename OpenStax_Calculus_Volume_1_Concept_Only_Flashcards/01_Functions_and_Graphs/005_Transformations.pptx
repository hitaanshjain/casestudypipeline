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Transformations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Graph Changes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602923"/>
            <a:ext cx="7680960" cy="8291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= vertical scale/reflection; h = horizontal shift; k = vertical shift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Transformations move or stretch a parent graph.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Inside changes affect x-direction; outside changes affect y-direction.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Describe g(x)=2(x−3)²+1 from f(x)=x².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36509" y="2276094"/>
            <a:ext cx="4470983" cy="49103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903525"/>
            <a:ext cx="7589520" cy="4910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Shift the parabola right 3.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77240" y="3530956"/>
            <a:ext cx="7589520" cy="4910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Stretch vertically by factor 2.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158386"/>
            <a:ext cx="7589520" cy="4910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Shift the result up 1.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77240" y="4785817"/>
            <a:ext cx="7589520" cy="4910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Same shape family, new position and scale.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Inside shifts are horizontal; outside shifts are vertical.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Transformations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