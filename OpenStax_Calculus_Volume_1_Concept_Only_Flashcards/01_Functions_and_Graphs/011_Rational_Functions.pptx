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Rational Functions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Ratio Of Polynomials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015" y="2468880"/>
            <a:ext cx="471596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p(x), q(x) = polynomials; q(x) ≠ 0 excludes undefined inputs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Rational functions are quotients of polynomials.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Inputs that make the denominator zero are excluded.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excluded inputs for r(x)=1/(x−4).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8952" y="2392070"/>
            <a:ext cx="1386097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8370" y="3147365"/>
            <a:ext cx="220726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9380" y="3902659"/>
            <a:ext cx="128524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1541" y="4657954"/>
            <a:ext cx="6140918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Denominators can never equal zero.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Rational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