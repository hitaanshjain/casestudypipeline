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Logarithm Laws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Exponent Rules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714744"/>
            <a:ext cx="7680960" cy="6055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 = base; M, N = positive quantities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Log laws translate multiplication into addition.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They come from exponent rules.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Expand log₃(9x).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5072" y="2580894"/>
            <a:ext cx="6193857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1169" y="3525012"/>
            <a:ext cx="2461661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9471" y="4469130"/>
            <a:ext cx="5585059" cy="502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Products inside logs become sums outside.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Logarithm Laws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