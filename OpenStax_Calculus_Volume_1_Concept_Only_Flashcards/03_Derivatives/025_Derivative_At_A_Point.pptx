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Derivative At A Point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Instantaneous Slope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8100" y="2468880"/>
            <a:ext cx="6047799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= input point; h = input change; f′(a) = instantaneous rate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derivative measures instantaneous change at one input.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It is the limit of slopes over shrinking intervals.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f′(2) for f(x)=x².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82609" y="2276094"/>
            <a:ext cx="2378781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4291" y="2903525"/>
            <a:ext cx="1495418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73002" y="3530956"/>
            <a:ext cx="1997996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32142" y="4158386"/>
            <a:ext cx="2479716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16279" y="4785817"/>
            <a:ext cx="2111441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Instantaneous slope comes from shrinking secants.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Derivative At A Point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