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Implicit Differentiation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Hidden Functions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87168" y="2468880"/>
            <a:ext cx="4169664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y = function of x; dy/dx = derivative of y with respect to x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Implicit differentiation treats y as a function of x.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both sides and solve for dy/dx.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dy/dx for x²+y²=25.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2726" y="2392070"/>
            <a:ext cx="2538549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7328" y="3147365"/>
            <a:ext cx="1609344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0485" y="3902659"/>
            <a:ext cx="138303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93057" y="4657954"/>
            <a:ext cx="1157886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Every y-derivative carries dy/dx.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Implicit Differentiation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