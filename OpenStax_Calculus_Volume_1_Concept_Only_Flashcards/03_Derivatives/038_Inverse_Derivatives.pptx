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Inverse Derivatives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Reversed Slopes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03120" y="2468880"/>
            <a:ext cx="493776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f⁻¹ = inverse; a = inverse input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Inverse-function slopes are reciprocal at corresponding points.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The original function must be one-to-one and differentiable.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If f(2)=5 and f′(2)=4, find (f⁻¹)′(5).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43300" y="2392070"/>
            <a:ext cx="2057400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46145" y="3147365"/>
            <a:ext cx="2251710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71950" y="3902659"/>
            <a:ext cx="800100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08009" y="4657954"/>
            <a:ext cx="1727982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Inverse slopes are reciprocal at matched points.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Inverse Derivatives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