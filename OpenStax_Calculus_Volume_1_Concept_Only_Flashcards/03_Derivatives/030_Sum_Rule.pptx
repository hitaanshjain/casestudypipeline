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Sum Rule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Term By Term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6112" y="2468880"/>
            <a:ext cx="7351776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f,g = differentiable functions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Sums differentiate one term at a time.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Each term contributes its own derivative.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f(x)=x³+4x.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1820" y="2392070"/>
            <a:ext cx="288036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1278" y="3147365"/>
            <a:ext cx="2401443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6752" y="3902659"/>
            <a:ext cx="2170497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91790" y="4657954"/>
            <a:ext cx="336042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sums term by term.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 Rule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