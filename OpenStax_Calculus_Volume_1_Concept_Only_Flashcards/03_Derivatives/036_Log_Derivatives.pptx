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Log Derivatives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Reciprocal Rate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1820" y="2468880"/>
            <a:ext cx="288036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x &gt; 0 for ln x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natural log derivative is reciprocal change.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Logarithmic inputs must be positive.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Differentiate y=ln(4x).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0578" y="2580894"/>
            <a:ext cx="2302844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2365" y="3525012"/>
            <a:ext cx="1199271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40005" y="4469130"/>
            <a:ext cx="863991" cy="5029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Log derivatives divide by the inside.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 Derivatives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