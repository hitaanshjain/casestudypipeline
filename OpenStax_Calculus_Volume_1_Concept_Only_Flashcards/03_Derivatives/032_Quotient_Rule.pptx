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Quotient Rule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Changing Quotients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69326" y="2468880"/>
            <a:ext cx="3605349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f,g = differentiable functions; g ≠ 0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The quotient rule differentiates ratios of changing functions.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Denominator squared stays in the final denominator.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Differentiate y=x²/(x+1).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78016" y="2276094"/>
            <a:ext cx="3787967" cy="491033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50010" y="2903525"/>
            <a:ext cx="3643980" cy="491033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95466" y="3530956"/>
            <a:ext cx="1353068" cy="491033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99646" y="4158386"/>
            <a:ext cx="1544707" cy="491033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92912" y="4785817"/>
            <a:ext cx="1358176" cy="49103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Low squared; high-low order matters.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Quotient Rule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