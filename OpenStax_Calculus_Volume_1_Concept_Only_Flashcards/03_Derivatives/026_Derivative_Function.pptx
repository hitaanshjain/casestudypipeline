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Derivative Function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Rate Formula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9823" y="2468880"/>
            <a:ext cx="6124353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= variable input; h = input change; f′(x) = derivative function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derivative function gives slope at every input.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turns local rates into a new function.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f′(x) for f(x)=x².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2640" y="2392070"/>
            <a:ext cx="24587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0475" y="3147365"/>
            <a:ext cx="154305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0147" y="3902659"/>
            <a:ext cx="2063706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02127" y="4657954"/>
            <a:ext cx="2539746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derivative can itself be a function.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Derivative Function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