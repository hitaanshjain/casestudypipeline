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Power Rule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Differentiate Powers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43784" y="2468880"/>
            <a:ext cx="3456432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n = constant exponent; x = variable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power rule differentiates variable powers efficiently.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Bring the exponent down and reduce it by one.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Differentiate f(x)=x⁵.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34740" y="2392070"/>
            <a:ext cx="1874520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9901" y="3147365"/>
            <a:ext cx="1584198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57550" y="3902659"/>
            <a:ext cx="2628900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14700" y="4657954"/>
            <a:ext cx="2514600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Power down, exponent down one.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Rule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