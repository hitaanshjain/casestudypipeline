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FAF8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FAF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AF8F4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Differentiability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Smooth Enough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2231136"/>
            <a:ext cx="7132320" cy="0"/>
          </a:xfrm>
          <a:prstGeom prst="line">
            <a:avLst/>
          </a:prstGeom>
          <a:noFill/>
          <a:ln w="15875">
            <a:solidFill>
              <a:srgbClr val="82A4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487168"/>
            <a:ext cx="76809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Differentiability requires a well-defined tangent slope.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437083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A differentiable function has a derivative at that point.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329184" y="4818888"/>
            <a:ext cx="848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Corners, cusps, jumps, and vertical tangents can fail.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1143000" y="58247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Flip for a worked example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011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011E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101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11E4F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Worked Example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49808" y="1362456"/>
            <a:ext cx="7644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Does |x| have a derivative at x=0?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70432" y="1847088"/>
            <a:ext cx="6803136" cy="0"/>
          </a:xfrm>
          <a:prstGeom prst="line">
            <a:avLst/>
          </a:prstGeom>
          <a:noFill/>
          <a:ln w="15875">
            <a:solidFill>
              <a:srgbClr val="011E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39207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011E4F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Left of 0, the slope is −1.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77240" y="3147365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011E4F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Right of 0, the slope is 1.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77240" y="3902659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011E4F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The one-sided slopes do not match.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77240" y="4657954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11E4F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|x| is not differentiable at 0.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85800" y="58430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A sharp corner breaks differentiability.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Differentiability</dc:title>
  <dc:subject>Concept-only flashcard generated from OpenStax Calculus Volume 1</dc:subject>
  <dc:creator>OpenAI</dc:creator>
  <cp:lastModifiedBy>OpenAI</cp:lastModifiedBy>
  <cp:revision>1</cp:revision>
  <dcterms:created xsi:type="dcterms:W3CDTF">2026-07-24T20:47:59Z</dcterms:created>
  <dcterms:modified xsi:type="dcterms:W3CDTF">2026-07-24T20:47:59Z</dcterms:modified>
</cp:coreProperties>
</file>