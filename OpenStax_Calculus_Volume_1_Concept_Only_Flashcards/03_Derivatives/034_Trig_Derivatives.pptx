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FAF8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FAF8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138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AF8F4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Trig Derivatives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777240" y="148132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5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Circular Rates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1005840" y="2231136"/>
            <a:ext cx="7132320" cy="0"/>
          </a:xfrm>
          <a:prstGeom prst="line">
            <a:avLst/>
          </a:prstGeom>
          <a:noFill/>
          <a:ln w="15875">
            <a:solidFill>
              <a:srgbClr val="82A4F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520" y="2525151"/>
            <a:ext cx="7680960" cy="9847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3694176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x = angle in radians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02920" y="437083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Basic trigonometric derivatives follow circular motion rates.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329184" y="4818888"/>
            <a:ext cx="8485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Radians are required for the standard derivative formulas.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1143000" y="5824728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Flip for a worked example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011E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011E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80101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11E4F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Worked Example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49808" y="1362456"/>
            <a:ext cx="7644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Differentiate y=3sin x−2cos x.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170432" y="1847088"/>
            <a:ext cx="6803136" cy="0"/>
          </a:xfrm>
          <a:prstGeom prst="line">
            <a:avLst/>
          </a:prstGeom>
          <a:noFill/>
          <a:ln w="15875">
            <a:solidFill>
              <a:srgbClr val="011E4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75734" y="2580894"/>
            <a:ext cx="4792532" cy="50292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95119" y="3525012"/>
            <a:ext cx="4953762" cy="502920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83869" y="4469130"/>
            <a:ext cx="4976261" cy="5029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85800" y="584301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Trig derivative formulas assume radians.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Trig Derivatives</dc:title>
  <dc:subject>Concept-only flashcard generated from OpenStax Calculus Volume 1</dc:subject>
  <dc:creator>OpenAI</dc:creator>
  <cp:lastModifiedBy>OpenAI</cp:lastModifiedBy>
  <cp:revision>1</cp:revision>
  <dcterms:created xsi:type="dcterms:W3CDTF">2026-07-24T20:47:59Z</dcterms:created>
  <dcterms:modified xsi:type="dcterms:W3CDTF">2026-07-24T20:47:59Z</dcterms:modified>
</cp:coreProperties>
</file>