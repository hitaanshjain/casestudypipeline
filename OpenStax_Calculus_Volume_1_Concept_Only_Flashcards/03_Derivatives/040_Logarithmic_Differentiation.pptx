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Logarithmic Differentiation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Logs First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154" y="2468880"/>
            <a:ext cx="7045693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y = original function; ln = natural logarithm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Logarithmic differentiation simplifies products, powers, and quotients.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Take logs first, then differentiate implicitly.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y=xˣ for x&gt;0.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07615" y="2392070"/>
            <a:ext cx="2928769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8555" y="3147365"/>
            <a:ext cx="1426889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2656" y="3902659"/>
            <a:ext cx="3218688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98039" y="4657954"/>
            <a:ext cx="3947922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Logs bring variable exponents down.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Logarithmic Differentiation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