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Constant Multiple Rule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Scale The Rate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0008" y="2468880"/>
            <a:ext cx="4443984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 = constant; f′(x) = derivative of f(x)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Constant factors remain attached during differentiation.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Scaling a function scales its derivative.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f(x)=7x³.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1870" y="2392070"/>
            <a:ext cx="208026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3615" y="3147365"/>
            <a:ext cx="1596771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26180" y="3902659"/>
            <a:ext cx="169164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88970" y="4657954"/>
            <a:ext cx="276606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Constants multiply derivatives unchanged.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Constant Multiple Rule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