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Chain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Nested Change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3332" y="2468880"/>
            <a:ext cx="6117336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 = outer function; g = inner function; g′ = inner derivative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chain rule differentiates composed functions.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outside first, then multiply by inside rate.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y=(3x+1)⁴.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6836" y="2276094"/>
            <a:ext cx="4910328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3512" y="2903525"/>
            <a:ext cx="4396976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5179" y="3530956"/>
            <a:ext cx="3633643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98902" y="4158386"/>
            <a:ext cx="2946197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42225" y="4785817"/>
            <a:ext cx="3459549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Outer derivative times inner derivative.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