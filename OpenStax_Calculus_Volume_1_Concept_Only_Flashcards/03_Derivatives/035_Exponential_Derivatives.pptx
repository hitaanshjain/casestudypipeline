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Exponential Derivatives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Proportional Growth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10128" y="2468880"/>
            <a:ext cx="2523744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 = natural exponential base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natural exponential is its own derivative.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Its instantaneous rate equals its current value.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y=5eˣ.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91890" y="2392070"/>
            <a:ext cx="176022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5923" y="3147365"/>
            <a:ext cx="1232154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7620" y="3902659"/>
            <a:ext cx="150876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39691" y="4657954"/>
            <a:ext cx="2064619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For eˣ, rate equals value.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Exponential Derivatives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