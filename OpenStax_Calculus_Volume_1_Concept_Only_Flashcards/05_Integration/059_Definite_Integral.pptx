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Definite Integral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Exact Accumulation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1870" y="2468880"/>
            <a:ext cx="208026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a,b = bounds; f(x) = rate or height; dx = input width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definite integral gives exact signed accumulation.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is the limit of Riemann sums.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∫₀² x dx.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1470" y="2392070"/>
            <a:ext cx="1441059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1247" y="3147365"/>
            <a:ext cx="1161506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0430" y="3902659"/>
            <a:ext cx="226314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Definite integrals measure signed accumulation.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Definite Integral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