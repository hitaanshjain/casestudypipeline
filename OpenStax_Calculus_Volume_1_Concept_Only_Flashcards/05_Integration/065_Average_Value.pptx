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Average Value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Mean Height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3140" y="2468880"/>
            <a:ext cx="461772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[a,b] = interval; f_avg = average function value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Average value spreads total accumulation evenly.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It equals area divided by interval length.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average value of f(x)=x on [0,2].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39502" y="2580894"/>
            <a:ext cx="1864995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2243" y="3525012"/>
            <a:ext cx="799514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79395" y="4469130"/>
            <a:ext cx="1985211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Average height equals area over width.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Average Value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