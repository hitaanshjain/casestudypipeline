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Substitution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Reverse Chain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1196" y="2468880"/>
            <a:ext cx="6481607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 = g(x); du = g′(x)dx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Substitution reverses the chain rule.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Choose u so the remaining factor becomes du.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∫2x cos(x²) dx.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8373" y="2276094"/>
            <a:ext cx="1447255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2534" y="2903525"/>
            <a:ext cx="2978932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5966" y="3530956"/>
            <a:ext cx="2752068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695" y="4158386"/>
            <a:ext cx="3142610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0061" y="4785817"/>
            <a:ext cx="2923877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Choose u so du matches the leftover factor.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Substitution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