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Riemann Sums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Accumulated Area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5520" y="2468880"/>
            <a:ext cx="209296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xᵢ* = sample point; Δx = subinterval width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Riemann sums approximate accumulated area.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More thinner rectangles usually improve the approximation.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Use two right rectangles for f(x)=x on [0,2].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96954" y="2276094"/>
            <a:ext cx="1750091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1698" y="2903525"/>
            <a:ext cx="3540605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98650" y="3530956"/>
            <a:ext cx="4946701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7176" y="4158386"/>
            <a:ext cx="2209648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29880" y="4785817"/>
            <a:ext cx="1284240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Rectangles approximate accumulation.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Riemann Sums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