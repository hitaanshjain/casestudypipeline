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Sigma Notation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Compact Sums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4480" y="2468880"/>
            <a:ext cx="95504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 = index; n = final index; aᵢ = ith term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Sigma notation writes long sums compactly.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index tells which terms to include.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Evaluate Σᵢ₌₁³ i².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69067" y="2392070"/>
            <a:ext cx="405865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0597" y="3147365"/>
            <a:ext cx="3202806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2656" y="3902659"/>
            <a:ext cx="3218688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1562" y="4657954"/>
            <a:ext cx="1740877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Expand the index to read the sum.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Sigma Notation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