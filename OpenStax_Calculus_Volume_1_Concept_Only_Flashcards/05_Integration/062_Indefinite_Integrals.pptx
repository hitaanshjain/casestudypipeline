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Indefinite Integrals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Antiderivative Families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8813" y="2468880"/>
            <a:ext cx="4746374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F′(x)=f(x); C = arbitrary constant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An indefinite integral represents all antiderivatives.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constant accounts for vertical shifts.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∫4x³ dx.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33407" y="2580894"/>
            <a:ext cx="877186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3414" y="3525012"/>
            <a:ext cx="1317171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0578" y="4469130"/>
            <a:ext cx="2302844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Always include the constant family.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Indefinite Integrals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