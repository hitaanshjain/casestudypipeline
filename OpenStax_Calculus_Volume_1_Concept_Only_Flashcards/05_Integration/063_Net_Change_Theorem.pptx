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Net Change Theorem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Accumulated Change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77390" y="2468880"/>
            <a:ext cx="518922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F′ = rate of change; F(b)−F(a) = net change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Integrating a rate gives net change.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Positive and negative changes combine with sign.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Velocity v(t)=2t from t=0 to t=3.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13309" y="2392070"/>
            <a:ext cx="1917383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3157" y="3147365"/>
            <a:ext cx="1077686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40430" y="3902659"/>
            <a:ext cx="2263140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14335" y="4657954"/>
            <a:ext cx="1315329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Accumulated rate equals net change.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Change Theorem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