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Fundamental Theorem I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Integral Derivative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27564" y="2468880"/>
            <a:ext cx="4488873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= constant lower bound; x = variable upper bound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FTC I connects accumulation functions to derivatives.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Differentiating variable accumulation returns the integrand.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F(x)=∫₁ˣ cos(t)dt.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3310" y="2392070"/>
            <a:ext cx="189738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3300" y="3147365"/>
            <a:ext cx="205740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63824" y="3902659"/>
            <a:ext cx="2816352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87802" y="4657954"/>
            <a:ext cx="3168396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Derivative of accumulated change returns the rate.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Theorem I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