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Fundamental Theorem II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Integrals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1690" y="2468880"/>
            <a:ext cx="496062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 = antiderivative of f; a,b = bounds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FTC II evaluates integrals using antiderivatives.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Subtract endpoint values of any antiderivative.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∫₁³ 2x dx.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3414" y="2276094"/>
            <a:ext cx="1897172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1578" y="2903525"/>
            <a:ext cx="2120844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8247" y="3530956"/>
            <a:ext cx="2067507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7176" y="4158386"/>
            <a:ext cx="2209648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29880" y="4785817"/>
            <a:ext cx="1284240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Antiderivatives turn integrals into endpoint subtraction.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Theorem II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