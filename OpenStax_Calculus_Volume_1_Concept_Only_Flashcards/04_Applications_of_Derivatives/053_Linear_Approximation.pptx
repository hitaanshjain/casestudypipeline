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Linear Approximation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Tangent Estimate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677655"/>
            <a:ext cx="7680960" cy="6797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= base point; L(x) = tangent-line approximation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Linear approximation estimates a function near a point.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It uses the tangent line as a local model.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Approximate √4.1 using f(x)=√x at a=4.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87344" y="2392070"/>
            <a:ext cx="2369312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3946" y="3147365"/>
            <a:ext cx="1096108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2340" y="3902659"/>
            <a:ext cx="217932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45606" y="4657954"/>
            <a:ext cx="3652787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Near the base point, tangent lines estimate well.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Approximation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