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Concavity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Bending Direction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641002"/>
            <a:ext cx="7680960" cy="7530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f″ = second derivative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Concavity describes how the graph bends.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Second derivative sign determines bending direction.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concavity of f(x)=x³ for x&gt;0.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51860" y="2392070"/>
            <a:ext cx="224028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2711" y="3147365"/>
            <a:ext cx="2338578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85466" y="3902659"/>
            <a:ext cx="3973068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63278" y="4657954"/>
            <a:ext cx="4817444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Second derivative sign controls bending.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Concavity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