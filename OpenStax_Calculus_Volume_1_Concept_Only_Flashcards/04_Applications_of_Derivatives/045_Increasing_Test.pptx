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E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09728"/>
            <a:ext cx="8961120" cy="6638544"/>
          </a:xfrm>
          <a:prstGeom prst="roundRect">
            <a:avLst>
              <a:gd name="adj" fmla="val 1102"/>
            </a:avLst>
          </a:prstGeom>
          <a:solidFill>
            <a:srgbClr val="FFFFFF">
              <a:alpha val="0"/>
            </a:srgbClr>
          </a:solidFill>
          <a:ln w="28575">
            <a:solidFill>
              <a:srgbClr val="FAF8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19456"/>
            <a:ext cx="8741664" cy="6419088"/>
          </a:xfrm>
          <a:prstGeom prst="roundRect">
            <a:avLst>
              <a:gd name="adj" fmla="val 855"/>
            </a:avLst>
          </a:prstGeom>
          <a:solidFill>
            <a:srgbClr val="FFFFFF">
              <a:alpha val="0"/>
            </a:srgbClr>
          </a:solidFill>
          <a:ln w="15875">
            <a:solidFill>
              <a:srgbClr val="FAF8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8138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AF8F4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Increasing Test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777240" y="148132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500" i="1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Derivative Sign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1005840" y="2231136"/>
            <a:ext cx="7132320" cy="0"/>
          </a:xfrm>
          <a:prstGeom prst="line">
            <a:avLst/>
          </a:prstGeom>
          <a:noFill/>
          <a:ln w="15875">
            <a:solidFill>
              <a:srgbClr val="82A4F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520" y="2627624"/>
            <a:ext cx="7680960" cy="77979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3694176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f′ = derivative; x = input in an interval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02920" y="437083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The derivative sign predicts increasing or decreasing behavior.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329184" y="4818888"/>
            <a:ext cx="8485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Positive slopes move upward; negative slopes move downward.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1143000" y="5824728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Flip for a worked example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09728"/>
            <a:ext cx="8961120" cy="6638544"/>
          </a:xfrm>
          <a:prstGeom prst="roundRect">
            <a:avLst>
              <a:gd name="adj" fmla="val 1102"/>
            </a:avLst>
          </a:prstGeom>
          <a:solidFill>
            <a:srgbClr val="FFFFFF">
              <a:alpha val="0"/>
            </a:srgbClr>
          </a:solidFill>
          <a:ln w="28575">
            <a:solidFill>
              <a:srgbClr val="011E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19456"/>
            <a:ext cx="8741664" cy="6419088"/>
          </a:xfrm>
          <a:prstGeom prst="roundRect">
            <a:avLst>
              <a:gd name="adj" fmla="val 855"/>
            </a:avLst>
          </a:prstGeom>
          <a:solidFill>
            <a:srgbClr val="FFFFFF">
              <a:alpha val="0"/>
            </a:srgbClr>
          </a:solidFill>
          <a:ln w="15875">
            <a:solidFill>
              <a:srgbClr val="011E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80101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11E4F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Worked Example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49808" y="1362456"/>
            <a:ext cx="7644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176CF8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Where is f(x)=x² increasing?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170432" y="1847088"/>
            <a:ext cx="6803136" cy="0"/>
          </a:xfrm>
          <a:prstGeom prst="line">
            <a:avLst/>
          </a:prstGeom>
          <a:noFill/>
          <a:ln w="15875">
            <a:solidFill>
              <a:srgbClr val="011E4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53003" y="2392070"/>
            <a:ext cx="2237994" cy="502920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66160" y="3147365"/>
            <a:ext cx="2011680" cy="502920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745774" y="3902659"/>
            <a:ext cx="1652451" cy="502920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189747" y="4657954"/>
            <a:ext cx="4764505" cy="5029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85800" y="5843016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i="1" dirty="0">
                <a:solidFill>
                  <a:srgbClr val="176CF8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Positive derivative means increasing.</a:t>
            </a:r>
            <a:endParaRPr lang="en-US" sz="2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Increasing Test</dc:title>
  <dc:subject>Concept-only flashcard generated from OpenStax Calculus Volume 1</dc:subject>
  <dc:creator>OpenAI</dc:creator>
  <cp:lastModifiedBy>OpenAI</cp:lastModifiedBy>
  <cp:revision>1</cp:revision>
  <dcterms:created xsi:type="dcterms:W3CDTF">2026-07-24T20:47:59Z</dcterms:created>
  <dcterms:modified xsi:type="dcterms:W3CDTF">2026-07-24T20:47:59Z</dcterms:modified>
</cp:coreProperties>
</file>