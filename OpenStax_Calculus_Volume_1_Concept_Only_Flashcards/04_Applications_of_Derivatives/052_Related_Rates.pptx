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Related Rates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Linked Change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Related rates differentiate relationships involving time.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Related rates connect changing quantities through an equation.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before substituting the instant’s values.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If A=s² and ds/dt=3, find dA/dt when s=4.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5451" y="2276094"/>
            <a:ext cx="1473098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7519" y="2903525"/>
            <a:ext cx="1288961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3382" y="3530956"/>
            <a:ext cx="1657236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53865" y="4158386"/>
            <a:ext cx="1436271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8002" y="4785817"/>
            <a:ext cx="1067996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the relationship before substituting.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Related Rates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