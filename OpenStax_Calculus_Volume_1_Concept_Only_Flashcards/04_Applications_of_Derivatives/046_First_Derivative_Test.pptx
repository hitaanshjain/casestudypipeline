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First Derivative Test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Sign Change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derivative sign change identifies a local extremum.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first derivative test classifies critical points.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Increasing-to-decreasing gives max; decreasing-to-increasing gives min.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f′ changes from negative to positive at x=2.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207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Before x=2, f is decreasing.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147365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After x=2, f is increasing.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902659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graph turns upward at x=2.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465795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x=2 is a local minimum.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Derivative sign changes classify turns.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Derivative Test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