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Extreme Value Theorem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Closed Intervals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continuous function on a closed interval has absolute extrema.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Continuity on a closed interval guarantees max and min values.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theorem guarantees existence, not where they occur.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 is continuous on [1,4]. What is guaranteed?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207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interval [1,4] is closed and bounded.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47365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function is continuous on the entire interval.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902659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theorem applies.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65795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absolute maximum and minimum both exist.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Closed interval plus continuity guarantees extrema.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Value Theorem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