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Newton’s Method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Root Iteration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9231" y="2468880"/>
            <a:ext cx="394553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xₙ = current guess; xₙ₊₁ = next guess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Newton’s method improves guesses for roots.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uses tangent lines to move toward zeros.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One Newton step for f(x)=x²−2 from x₀=1.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089" y="2392070"/>
            <a:ext cx="7719822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6306" y="3147365"/>
            <a:ext cx="143138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3022" y="3902659"/>
            <a:ext cx="1237957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4408" y="4657954"/>
            <a:ext cx="2615184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step uses tangent-line correction.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Method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