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Inflection Points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Concavity Changes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An inflection point occurs where concavity changes.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Inflection points mark a change in graph bending.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zero of f″ is only a candidate until sign changes.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Check f(x)=x³ at x=0.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0349" y="2276094"/>
            <a:ext cx="2283303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5593" y="2903525"/>
            <a:ext cx="3952814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5593" y="3530956"/>
            <a:ext cx="3952814" cy="4910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7240" y="4158386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Concavity changes at 0.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77240" y="4785817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x=0 is an inflection point.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Inflection requires a concavity change.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Inflection Points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