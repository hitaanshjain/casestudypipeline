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Antiderivatives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Undoing Derivatives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81912" y="2468880"/>
            <a:ext cx="5980176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 = antiderivative; f = original derivative function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An antiderivative reverses differentiation.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Families of antiderivatives differ by a constant.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Find an antiderivative of f(x)=3x².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31870" y="2392070"/>
            <a:ext cx="2080260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18204" y="3147365"/>
            <a:ext cx="1307592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54680" y="3902659"/>
            <a:ext cx="2834640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94660" y="4657954"/>
            <a:ext cx="3154680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Antiderivatives come in constant-shifted families.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Antiderivatives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