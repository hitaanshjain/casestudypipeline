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Mean Value Theorem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Average Equals Instant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1235" y="2468880"/>
            <a:ext cx="426152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 ∈ (a,b); f continuous on [a,b] and differentiable on (a,b)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MVT connects average change to an instantaneous rate.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Some tangent slope matches the secant slope.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For f(x)=x² on [1,3], find c.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20548" y="2392070"/>
            <a:ext cx="250290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3003" y="3147365"/>
            <a:ext cx="223799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508" y="3902659"/>
            <a:ext cx="1776984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4189" y="4657954"/>
            <a:ext cx="1895622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tangent matches the interval’s secant slope.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 Value Theorem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