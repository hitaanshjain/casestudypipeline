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Rolle’s Theorem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Equal Endpoints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35383"/>
            <a:ext cx="7680960" cy="764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 ∈ (a,b); f continuous and differentiable as required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Rolle’s theorem guarantees a horizontal tangent.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is a special case of the Mean Value Theorem.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For f(x)=x²−4 on [−2,2], find c.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6808" y="2392070"/>
            <a:ext cx="4870383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3003" y="3147365"/>
            <a:ext cx="223799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0044" y="3902659"/>
            <a:ext cx="1903911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4189" y="4657954"/>
            <a:ext cx="1895622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Equal endpoint heights force a flat tangent.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Rolle’s Theorem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