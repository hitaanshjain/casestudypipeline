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Optimization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Best Value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Optimization finds extrema under stated constraints.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Optimization turns a question into a function to maximize or minimize.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Critical points and endpoints must be checked when relevant.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Maximize A=x(10−x).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7840" y="2276094"/>
            <a:ext cx="5468320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4764" y="2903525"/>
            <a:ext cx="3314471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5848" y="3530956"/>
            <a:ext cx="3472303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5303" y="4158386"/>
            <a:ext cx="1613393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4328" y="4785817"/>
            <a:ext cx="7295344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Build the function, then find its extremum.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