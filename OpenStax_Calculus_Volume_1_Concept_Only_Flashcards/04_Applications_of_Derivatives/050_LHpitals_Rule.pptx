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L’Hôpital’s Rule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Indeterminate Forms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47479" y="2468880"/>
            <a:ext cx="4249042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Use for 0/0 or ∞/∞ forms when conditions hold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L’Hôpital’s Rule evaluates certain indeterminate quotients.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numerator and denominator separately.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limₓ→0 sin x / 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5917" y="2392070"/>
            <a:ext cx="1212166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1570" y="3147365"/>
            <a:ext cx="2300859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2276" y="3902659"/>
            <a:ext cx="2119449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4335" y="4657954"/>
            <a:ext cx="131532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Differentiate top and bottom separately.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L’Hôpital’s Rule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