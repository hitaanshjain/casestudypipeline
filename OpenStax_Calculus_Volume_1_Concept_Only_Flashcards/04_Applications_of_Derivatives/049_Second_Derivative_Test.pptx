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Second Derivative Test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Classifying Extrema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36166"/>
            <a:ext cx="7680960" cy="5627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 = critical point; f″ = second derivative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second derivative test classifies some critical points.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Positive f″ means concave up; negative f″ means concave down.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Classify f(x)=x² at x=0.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2838" y="2392070"/>
            <a:ext cx="487832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1014" y="3147365"/>
            <a:ext cx="206197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3532" y="3902659"/>
            <a:ext cx="2916936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4177" y="4657954"/>
            <a:ext cx="7615646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Concave up at a critical point gives a minimum.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Derivative Test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