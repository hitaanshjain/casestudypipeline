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Differentials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Small Changes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9616" y="2468880"/>
            <a:ext cx="6144768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dx = input change; dy = linearized output change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Differentials estimate small output changes.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They use derivative information at the current input.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Estimate dy for y=x², x=3, dx=0.1.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1543" y="2392070"/>
            <a:ext cx="274091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3003" y="3147365"/>
            <a:ext cx="223799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7066" y="3902659"/>
            <a:ext cx="3149867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3451" y="4657954"/>
            <a:ext cx="233709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Differentials turn derivatives into change estimates.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