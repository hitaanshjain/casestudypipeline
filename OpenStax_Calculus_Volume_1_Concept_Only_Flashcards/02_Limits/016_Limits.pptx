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Limits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Approaching Values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5411" y="2468880"/>
            <a:ext cx="4193177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 → a = inputs approach a; L = approached output value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limit describes what outputs approach near an input.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function value at the input may be different or undefined.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limₓ→2 (x²+1).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2392070"/>
            <a:ext cx="262890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6803" y="3147365"/>
            <a:ext cx="2790395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5868" y="3902659"/>
            <a:ext cx="2112264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335" y="4657954"/>
            <a:ext cx="131532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Limits care about nearby behavior.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