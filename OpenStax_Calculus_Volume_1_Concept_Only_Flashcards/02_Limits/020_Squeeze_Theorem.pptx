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Squeeze Theorem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Trapped Limits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797733"/>
            <a:ext cx="7680960" cy="4395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g,h = outer functions; f = trapped function; L = shared limit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trapped function shares the common outer limit.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Both bounds must approach the same value.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If 2−x² ≤ f(x) ≤ 2+x², find limₓ→0 f(x).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9379" y="2392070"/>
            <a:ext cx="2125243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379" y="3147365"/>
            <a:ext cx="2125243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6010" y="3902659"/>
            <a:ext cx="441198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66160" y="4657954"/>
            <a:ext cx="201168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Matching bounds force the middle limit.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Squeeze Theorem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