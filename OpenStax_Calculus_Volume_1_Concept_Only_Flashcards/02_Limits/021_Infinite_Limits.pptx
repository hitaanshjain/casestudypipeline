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Infinite Limits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Unbounded Behavior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7846" y="2468880"/>
            <a:ext cx="442830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→ a = inputs approach a; ∞ = outputs grow without bound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infinite limit describes unbounded output growth.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often signals a vertical asymptote.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the behavior of 1/(x−2)² near x=2.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3330" y="2392070"/>
            <a:ext cx="157734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1830" y="3147365"/>
            <a:ext cx="272034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7625" y="3902659"/>
            <a:ext cx="142875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0779" y="4657954"/>
            <a:ext cx="2202443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Denominators near zero can cause blow-up.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Limits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