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Continuity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No Breaks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4743" y="2468880"/>
            <a:ext cx="5094514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= input; f(a) = actual function value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Continuity means the limit equals the function value.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graph has no hole, jump, or break at that point.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Is f(x)=x² continuous at x=3?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5568" y="2392070"/>
            <a:ext cx="1852863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4401" y="3147365"/>
            <a:ext cx="1395197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3437" y="3902659"/>
            <a:ext cx="2237127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3020" y="4657954"/>
            <a:ext cx="653796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Continuity requires value and limit to agree.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Continuity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