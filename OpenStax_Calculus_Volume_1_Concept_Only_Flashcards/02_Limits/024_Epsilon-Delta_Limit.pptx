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Epsilon-Delta Limit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Formal Closeness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759679"/>
            <a:ext cx="7680960" cy="5156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ε = output tolerance; δ = input tolerance; L = limit value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Epsilon-delta language makes limits precise.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Inputs close enough to a force outputs close to L.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For f(x)=2x and limit 6 at x=3, use δ=ε/2.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5274" y="2276094"/>
            <a:ext cx="4393451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3637" y="2903525"/>
            <a:ext cx="2196726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3521" y="3530956"/>
            <a:ext cx="2356957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33816" y="4158386"/>
            <a:ext cx="2076367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5073" y="4785817"/>
            <a:ext cx="3333854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Choose δ to control output error.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Epsilon-Delta Limit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