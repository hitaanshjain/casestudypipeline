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Intermediate Value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Crossing Values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87168"/>
            <a:ext cx="7680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Continuous functions take every value between endpoint outputs.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Continuity forces all intermediate output values to occur.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theorem guarantees existence, not exact location.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 is continuous, f(1)=−2, and f(4)=5.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9207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target value 0 lies between −2 and 5.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147365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Continuity prevents the graph from jumping over 0.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3902659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Some c between 1 and 4 has f(c)=0.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7240" y="465795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 zero is guaranteed on (1,4).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Continuity guarantees crossing intermediate values.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Value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