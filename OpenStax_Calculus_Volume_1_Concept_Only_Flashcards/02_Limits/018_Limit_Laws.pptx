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Limit Laws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Combining Limits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76543"/>
            <a:ext cx="7680960" cy="6819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f, g = functions with existing limits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Limit laws let simple limits combine predictably.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Use them after confirming component limits exist.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If lim f=3 and lim g=4, find lim(f+2g).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8602" y="2392070"/>
            <a:ext cx="6246796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7343" y="3147365"/>
            <a:ext cx="232931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0430" y="3902659"/>
            <a:ext cx="226314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1562" y="4657954"/>
            <a:ext cx="1740877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Combine known limits using algebraic structure.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 Laws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