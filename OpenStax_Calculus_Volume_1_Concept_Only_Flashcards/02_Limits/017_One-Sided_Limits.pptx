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One-Sided Limits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Left And Right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8811" y="2468880"/>
            <a:ext cx="6886378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a⁻ = approach from left; a⁺ = approach from right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One-sided limits track approach from only one side.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two-sided limit exists only when both sides agree.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Left limit is 2 and right limit is 5 at x=1.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844" y="2392070"/>
            <a:ext cx="1942312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0844" y="3147365"/>
            <a:ext cx="194231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3350" y="3902659"/>
            <a:ext cx="125730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1148" y="4657954"/>
            <a:ext cx="3381703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Two-sided limits need matching one-sided limits.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One-Sided Limits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