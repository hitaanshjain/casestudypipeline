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Limits At Infinity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End Behavior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7846" y="2468880"/>
            <a:ext cx="442830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→ ∞ = inputs grow without bound; L = horizontal level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Limits at infinity describe long-run behavior.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Finite values often identify horizontal asymptotes.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limₓ→∞ (3x+1)/x.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9323" y="2392070"/>
            <a:ext cx="180535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2365" y="3147365"/>
            <a:ext cx="119927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0156" y="3902659"/>
            <a:ext cx="1683689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Divide by the dominant power.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Limits At Infinity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