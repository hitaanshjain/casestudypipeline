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Disk Method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Circular Slices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66060" y="2468880"/>
            <a:ext cx="36118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R(x) = radius of disk slice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disk method uses circular cross-sections.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Square the radius because area is πR².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Rotate y=x on [0,2] about the x-axis.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2925" y="2392070"/>
            <a:ext cx="2038149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6201" y="3147365"/>
            <a:ext cx="1351598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6452" y="3902659"/>
            <a:ext cx="851095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69080" y="4657954"/>
            <a:ext cx="100584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Rotating a radius creates circular slices.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Disk Method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