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Washer Method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Hollow Slices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05940" y="2468880"/>
            <a:ext cx="553212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 = outer radius; r = inner radius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washer method subtracts an inner circular hole.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Outer disk area minus inner disk area gives each slice.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Rotate region between y=2 and y=1 on [0,3].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67405" y="2392070"/>
            <a:ext cx="3609191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3786" y="3147365"/>
            <a:ext cx="1896428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3364" y="3902659"/>
            <a:ext cx="1037273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37328" y="4657954"/>
            <a:ext cx="2669345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Washers subtract the hollow center.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Washer Method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