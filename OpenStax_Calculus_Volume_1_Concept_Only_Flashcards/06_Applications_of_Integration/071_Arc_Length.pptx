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Arc Length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Curve Distance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8840" y="2468880"/>
            <a:ext cx="48463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 = length; f′(x) = slope of curve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Arc length accumulates tiny distances along a curve.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square root combines horizontal and vertical change.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length of y=0 on [0,3].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1306" y="2392070"/>
            <a:ext cx="1961388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7606" y="3147365"/>
            <a:ext cx="172878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6706" y="3902659"/>
            <a:ext cx="89058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6817" y="4657954"/>
            <a:ext cx="2050366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Arc length sums tiny slanted pieces.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Length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