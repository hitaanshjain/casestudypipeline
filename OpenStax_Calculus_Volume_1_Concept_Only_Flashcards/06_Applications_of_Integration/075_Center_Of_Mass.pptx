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Center Of Mass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Balance Point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08535" y="2468880"/>
            <a:ext cx="1926931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69417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x̄ = balance coordinate; M_y = moment about y-axis; m = mass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Center of mass locates the balance point.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Moments compare mass with distance from an axis.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Two equal masses at x=0 and x=4.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98667" y="2392070"/>
            <a:ext cx="4346666" cy="50292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08860" y="3147365"/>
            <a:ext cx="4526280" cy="50292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0552" y="3902659"/>
            <a:ext cx="1422896" cy="50292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38006" y="4657954"/>
            <a:ext cx="1867989" cy="5029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Balance equals moment divided by mass.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Center Of Mass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