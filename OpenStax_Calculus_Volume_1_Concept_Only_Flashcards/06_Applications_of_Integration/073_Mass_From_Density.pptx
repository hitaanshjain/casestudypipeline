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Mass From Density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Accumulated Matter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51810" y="2468880"/>
            <a:ext cx="30403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ρ(x) = density; m = total mass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Mass is accumulated density over a region.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Density plays the role of a rate of mass.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mass if ρ(x)=2x on [0,3].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53827" y="2580894"/>
            <a:ext cx="1236345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7234" y="3525012"/>
            <a:ext cx="1149531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0758" y="4469130"/>
            <a:ext cx="2282483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Integrating density gives total mass.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From Density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