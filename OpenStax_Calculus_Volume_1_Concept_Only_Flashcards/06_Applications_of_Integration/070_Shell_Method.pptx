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Shell Method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Cylindrical Layers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5930" y="2468880"/>
            <a:ext cx="569214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radius = distance to axis; height = slice length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Shells find volume using cylindrical layers.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Each shell contributes circumference times height times thickness.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Rotate y=x on [0,2] about the y-axis.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688" y="2392070"/>
            <a:ext cx="6064624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9994" y="3147365"/>
            <a:ext cx="1624013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48589" y="3902659"/>
            <a:ext cx="1246823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98155" y="4657954"/>
            <a:ext cx="1147689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Shells use radius times height.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Method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