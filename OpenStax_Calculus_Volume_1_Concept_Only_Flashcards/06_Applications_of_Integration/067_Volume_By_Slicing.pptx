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Volume By Slicing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Area Accumulation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8950" y="2468880"/>
            <a:ext cx="308610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A(x) = cross-sectional area; dx = slice thickness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Slicing finds volume by accumulating cross-sectional areas.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Each thin slice contributes area times thickness.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volume if A(x)=x² on [0,3].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9544" y="2392070"/>
            <a:ext cx="1204913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9646" y="3147365"/>
            <a:ext cx="744708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0248" y="3902659"/>
            <a:ext cx="603504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88788" y="4657954"/>
            <a:ext cx="2166425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Volume accumulates cross-sectional area.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 By Slicing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