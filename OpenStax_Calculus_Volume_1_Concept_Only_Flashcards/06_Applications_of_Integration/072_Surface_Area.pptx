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Surface Area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Rotated Curve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3040" y="2468880"/>
            <a:ext cx="6217920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f(x) = radius to axis; f′ = slope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Surface area accumulates circumferences along arc length.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Radius determines circumference; slope determines stretch.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Rotate y=1 on [0,2] about the x-axis.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34006" y="2392070"/>
            <a:ext cx="4475988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39966" y="3147365"/>
            <a:ext cx="2064068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00976" y="3902659"/>
            <a:ext cx="1142048" cy="5029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86546" y="4657954"/>
            <a:ext cx="2370909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Surface area combines circumference with arc length.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Surface Area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