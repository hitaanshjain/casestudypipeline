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Area Between Curves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Top Minus Bottom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11680" y="2468880"/>
            <a:ext cx="5120640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69417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a,b = intersection bounds; top/bottom = vertical slice heights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Area between curves accumulates vertical slice heights.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Subtract lower curve from upper curve.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Find area between y=4 and y=x² on [0,2].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33800" y="2392070"/>
            <a:ext cx="1676400" cy="50292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86872" y="3147365"/>
            <a:ext cx="1170256" cy="50292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07766" y="3902659"/>
            <a:ext cx="928468" cy="50292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088423" y="4657954"/>
            <a:ext cx="967154" cy="5029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Area uses upper minus lower.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Area Between Curves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