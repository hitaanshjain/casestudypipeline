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 Integral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Force Over Distance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0" y="2468880"/>
            <a:ext cx="3200400" cy="1097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F(x) = force; W = work; dx = distance change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Work accumulates force across distance.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Variable force requires integration.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work for F(x)=3x from x=0 to 2.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2873" y="2392070"/>
            <a:ext cx="1278255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6124" y="3147365"/>
            <a:ext cx="831752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33157" y="3902659"/>
            <a:ext cx="1077686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8391" y="4657954"/>
            <a:ext cx="2227217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Work is accumulated force over distance.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 Integral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